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Helvetica World Bold" charset="1" panose="020B0800040000020004"/>
      <p:regular r:id="rId10"/>
    </p:embeddedFont>
    <p:embeddedFont>
      <p:font typeface="Helvetica World" charset="1" panose="020B05000400000200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15" Target="../media/image28.png" Type="http://schemas.openxmlformats.org/officeDocument/2006/relationships/image"/><Relationship Id="rId16" Target="../media/image29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../media/image41.png" Type="http://schemas.openxmlformats.org/officeDocument/2006/relationships/image"/><Relationship Id="rId16" Target="../media/image42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82999" y="245997"/>
            <a:ext cx="15235214" cy="474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09"/>
              </a:lnSpc>
              <a:spcBef>
                <a:spcPct val="0"/>
              </a:spcBef>
            </a:pPr>
            <a:r>
              <a:rPr lang="en-US" b="true" sz="32209" spc="-3800">
                <a:solidFill>
                  <a:srgbClr val="C723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LUBLIN 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912897"/>
            <a:ext cx="8115300" cy="8501887"/>
          </a:xfrm>
          <a:custGeom>
            <a:avLst/>
            <a:gdLst/>
            <a:ahLst/>
            <a:cxnLst/>
            <a:rect r="r" b="b" t="t" l="l"/>
            <a:pathLst>
              <a:path h="8501887" w="8115300">
                <a:moveTo>
                  <a:pt x="0" y="0"/>
                </a:moveTo>
                <a:lnTo>
                  <a:pt x="8115300" y="0"/>
                </a:lnTo>
                <a:lnTo>
                  <a:pt x="8115300" y="8501886"/>
                </a:lnTo>
                <a:lnTo>
                  <a:pt x="0" y="850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195" t="0" r="-14205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31488" y="4807576"/>
            <a:ext cx="3727812" cy="4450724"/>
            <a:chOff x="0" y="0"/>
            <a:chExt cx="68078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0780" cy="812800"/>
            </a:xfrm>
            <a:custGeom>
              <a:avLst/>
              <a:gdLst/>
              <a:ahLst/>
              <a:cxnLst/>
              <a:rect r="r" b="b" t="t" l="l"/>
              <a:pathLst>
                <a:path h="812800" w="680780">
                  <a:moveTo>
                    <a:pt x="0" y="0"/>
                  </a:moveTo>
                  <a:lnTo>
                    <a:pt x="680780" y="0"/>
                  </a:lnTo>
                  <a:lnTo>
                    <a:pt x="68078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36830" t="0" r="-36830" b="0"/>
              </a:stretch>
            </a:blipFill>
            <a:ln w="9525" cap="sq">
              <a:solidFill>
                <a:srgbClr val="C7232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700606" y="3938478"/>
            <a:ext cx="3727812" cy="4450724"/>
            <a:chOff x="0" y="0"/>
            <a:chExt cx="68078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0780" cy="812800"/>
            </a:xfrm>
            <a:custGeom>
              <a:avLst/>
              <a:gdLst/>
              <a:ahLst/>
              <a:cxnLst/>
              <a:rect r="r" b="b" t="t" l="l"/>
              <a:pathLst>
                <a:path h="812800" w="680780">
                  <a:moveTo>
                    <a:pt x="0" y="0"/>
                  </a:moveTo>
                  <a:lnTo>
                    <a:pt x="680780" y="0"/>
                  </a:lnTo>
                  <a:lnTo>
                    <a:pt x="68078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29594" t="0" r="-29594" b="0"/>
              </a:stretch>
            </a:blipFill>
            <a:ln w="9525" cap="sq">
              <a:solidFill>
                <a:srgbClr val="C72327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700606" y="9079133"/>
            <a:ext cx="230777" cy="179167"/>
          </a:xfrm>
          <a:custGeom>
            <a:avLst/>
            <a:gdLst/>
            <a:ahLst/>
            <a:cxnLst/>
            <a:rect r="r" b="b" t="t" l="l"/>
            <a:pathLst>
              <a:path h="179167" w="230777">
                <a:moveTo>
                  <a:pt x="0" y="0"/>
                </a:moveTo>
                <a:lnTo>
                  <a:pt x="230777" y="0"/>
                </a:lnTo>
                <a:lnTo>
                  <a:pt x="230777" y="179167"/>
                </a:lnTo>
                <a:lnTo>
                  <a:pt x="0" y="179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7028523" y="4269776"/>
            <a:ext cx="230777" cy="179167"/>
          </a:xfrm>
          <a:custGeom>
            <a:avLst/>
            <a:gdLst/>
            <a:ahLst/>
            <a:cxnLst/>
            <a:rect r="r" b="b" t="t" l="l"/>
            <a:pathLst>
              <a:path h="179167" w="230777">
                <a:moveTo>
                  <a:pt x="230777" y="179167"/>
                </a:moveTo>
                <a:lnTo>
                  <a:pt x="0" y="179167"/>
                </a:lnTo>
                <a:lnTo>
                  <a:pt x="0" y="0"/>
                </a:lnTo>
                <a:lnTo>
                  <a:pt x="230777" y="0"/>
                </a:lnTo>
                <a:lnTo>
                  <a:pt x="230777" y="1791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000125"/>
            <a:ext cx="1436318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 spc="-56">
                <a:solidFill>
                  <a:srgbClr val="31313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MATTEO ROCCO MICÒ - 71270A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35374" y="9961228"/>
            <a:ext cx="1285527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400" spc="-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SINCE 1317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35374" y="7946962"/>
            <a:ext cx="1692717" cy="35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400" spc="-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  <a:r>
              <a:rPr lang="en-US" sz="1400" spc="-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</a:t>
            </a:r>
            <a:r>
              <a:rPr lang="en-US" sz="1400" spc="-5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LARGEST CITY IN POLAND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928228" y="2435243"/>
            <a:ext cx="0" cy="3492347"/>
          </a:xfrm>
          <a:prstGeom prst="line">
            <a:avLst/>
          </a:prstGeom>
          <a:ln cap="flat" w="9525">
            <a:solidFill>
              <a:srgbClr val="FF6F7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388660" y="2435243"/>
            <a:ext cx="0" cy="3492347"/>
          </a:xfrm>
          <a:prstGeom prst="line">
            <a:avLst/>
          </a:prstGeom>
          <a:ln cap="flat" w="9525">
            <a:solidFill>
              <a:srgbClr val="FF6F7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2362770" y="2420766"/>
            <a:ext cx="0" cy="3492347"/>
          </a:xfrm>
          <a:prstGeom prst="line">
            <a:avLst/>
          </a:prstGeom>
          <a:ln cap="flat" w="9525">
            <a:solidFill>
              <a:srgbClr val="FF6F7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9079133"/>
            <a:ext cx="230777" cy="179167"/>
          </a:xfrm>
          <a:custGeom>
            <a:avLst/>
            <a:gdLst/>
            <a:ahLst/>
            <a:cxnLst/>
            <a:rect r="r" b="b" t="t" l="l"/>
            <a:pathLst>
              <a:path h="179167" w="230777">
                <a:moveTo>
                  <a:pt x="0" y="0"/>
                </a:moveTo>
                <a:lnTo>
                  <a:pt x="230777" y="0"/>
                </a:lnTo>
                <a:lnTo>
                  <a:pt x="230777" y="179167"/>
                </a:lnTo>
                <a:lnTo>
                  <a:pt x="0" y="179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7028523" y="1028700"/>
            <a:ext cx="230777" cy="179167"/>
          </a:xfrm>
          <a:custGeom>
            <a:avLst/>
            <a:gdLst/>
            <a:ahLst/>
            <a:cxnLst/>
            <a:rect r="r" b="b" t="t" l="l"/>
            <a:pathLst>
              <a:path h="179167" w="230777">
                <a:moveTo>
                  <a:pt x="230777" y="179167"/>
                </a:moveTo>
                <a:lnTo>
                  <a:pt x="0" y="179167"/>
                </a:lnTo>
                <a:lnTo>
                  <a:pt x="0" y="0"/>
                </a:lnTo>
                <a:lnTo>
                  <a:pt x="230777" y="0"/>
                </a:lnTo>
                <a:lnTo>
                  <a:pt x="230777" y="1791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10096" y="3503225"/>
            <a:ext cx="3178563" cy="2286688"/>
          </a:xfrm>
          <a:custGeom>
            <a:avLst/>
            <a:gdLst/>
            <a:ahLst/>
            <a:cxnLst/>
            <a:rect r="r" b="b" t="t" l="l"/>
            <a:pathLst>
              <a:path h="2286688" w="3178563">
                <a:moveTo>
                  <a:pt x="0" y="0"/>
                </a:moveTo>
                <a:lnTo>
                  <a:pt x="3178564" y="0"/>
                </a:lnTo>
                <a:lnTo>
                  <a:pt x="3178564" y="2286688"/>
                </a:lnTo>
                <a:lnTo>
                  <a:pt x="0" y="2286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779938" y="5963415"/>
            <a:ext cx="3087078" cy="3205301"/>
          </a:xfrm>
          <a:custGeom>
            <a:avLst/>
            <a:gdLst/>
            <a:ahLst/>
            <a:cxnLst/>
            <a:rect r="r" b="b" t="t" l="l"/>
            <a:pathLst>
              <a:path h="3205301" w="3087078">
                <a:moveTo>
                  <a:pt x="0" y="0"/>
                </a:moveTo>
                <a:lnTo>
                  <a:pt x="3087077" y="0"/>
                </a:lnTo>
                <a:lnTo>
                  <a:pt x="3087077" y="3205302"/>
                </a:lnTo>
                <a:lnTo>
                  <a:pt x="0" y="3205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58" t="-34376" r="0" b="-1373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4089" y="3640902"/>
            <a:ext cx="3419137" cy="2272211"/>
          </a:xfrm>
          <a:custGeom>
            <a:avLst/>
            <a:gdLst/>
            <a:ahLst/>
            <a:cxnLst/>
            <a:rect r="r" b="b" t="t" l="l"/>
            <a:pathLst>
              <a:path h="2272211" w="3419137">
                <a:moveTo>
                  <a:pt x="0" y="0"/>
                </a:moveTo>
                <a:lnTo>
                  <a:pt x="3419136" y="0"/>
                </a:lnTo>
                <a:lnTo>
                  <a:pt x="3419136" y="2272211"/>
                </a:lnTo>
                <a:lnTo>
                  <a:pt x="0" y="2272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3833" y="6263608"/>
            <a:ext cx="3759392" cy="2498330"/>
          </a:xfrm>
          <a:custGeom>
            <a:avLst/>
            <a:gdLst/>
            <a:ahLst/>
            <a:cxnLst/>
            <a:rect r="r" b="b" t="t" l="l"/>
            <a:pathLst>
              <a:path h="2498330" w="3759392">
                <a:moveTo>
                  <a:pt x="0" y="0"/>
                </a:moveTo>
                <a:lnTo>
                  <a:pt x="3759392" y="0"/>
                </a:lnTo>
                <a:lnTo>
                  <a:pt x="3759392" y="2498330"/>
                </a:lnTo>
                <a:lnTo>
                  <a:pt x="0" y="24983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39906" y="4165391"/>
            <a:ext cx="3154960" cy="3249043"/>
          </a:xfrm>
          <a:custGeom>
            <a:avLst/>
            <a:gdLst/>
            <a:ahLst/>
            <a:cxnLst/>
            <a:rect r="r" b="b" t="t" l="l"/>
            <a:pathLst>
              <a:path h="3249043" w="3154960">
                <a:moveTo>
                  <a:pt x="0" y="0"/>
                </a:moveTo>
                <a:lnTo>
                  <a:pt x="3154961" y="0"/>
                </a:lnTo>
                <a:lnTo>
                  <a:pt x="3154961" y="3249043"/>
                </a:lnTo>
                <a:lnTo>
                  <a:pt x="0" y="3249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9661" r="0" b="-3608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947097" y="7596023"/>
            <a:ext cx="5465775" cy="2425566"/>
          </a:xfrm>
          <a:custGeom>
            <a:avLst/>
            <a:gdLst/>
            <a:ahLst/>
            <a:cxnLst/>
            <a:rect r="r" b="b" t="t" l="l"/>
            <a:pathLst>
              <a:path h="2425566" w="5465775">
                <a:moveTo>
                  <a:pt x="0" y="0"/>
                </a:moveTo>
                <a:lnTo>
                  <a:pt x="5465774" y="0"/>
                </a:lnTo>
                <a:lnTo>
                  <a:pt x="5465774" y="2425567"/>
                </a:lnTo>
                <a:lnTo>
                  <a:pt x="0" y="2425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233" t="-28343" r="-4252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03101" y="6108611"/>
            <a:ext cx="2825422" cy="2468278"/>
          </a:xfrm>
          <a:custGeom>
            <a:avLst/>
            <a:gdLst/>
            <a:ahLst/>
            <a:cxnLst/>
            <a:rect r="r" b="b" t="t" l="l"/>
            <a:pathLst>
              <a:path h="2468278" w="2825422">
                <a:moveTo>
                  <a:pt x="0" y="0"/>
                </a:moveTo>
                <a:lnTo>
                  <a:pt x="2825422" y="0"/>
                </a:lnTo>
                <a:lnTo>
                  <a:pt x="2825422" y="2468278"/>
                </a:lnTo>
                <a:lnTo>
                  <a:pt x="0" y="24682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1355" t="-1383" r="-25781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227369" y="8576889"/>
            <a:ext cx="2825422" cy="1455315"/>
          </a:xfrm>
          <a:custGeom>
            <a:avLst/>
            <a:gdLst/>
            <a:ahLst/>
            <a:cxnLst/>
            <a:rect r="r" b="b" t="t" l="l"/>
            <a:pathLst>
              <a:path h="1455315" w="2825422">
                <a:moveTo>
                  <a:pt x="0" y="0"/>
                </a:moveTo>
                <a:lnTo>
                  <a:pt x="2825422" y="0"/>
                </a:lnTo>
                <a:lnTo>
                  <a:pt x="2825422" y="1455315"/>
                </a:lnTo>
                <a:lnTo>
                  <a:pt x="0" y="145531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788" r="0" b="-788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815207" y="3549509"/>
            <a:ext cx="3659336" cy="2454998"/>
          </a:xfrm>
          <a:custGeom>
            <a:avLst/>
            <a:gdLst/>
            <a:ahLst/>
            <a:cxnLst/>
            <a:rect r="r" b="b" t="t" l="l"/>
            <a:pathLst>
              <a:path h="2454998" w="3659336">
                <a:moveTo>
                  <a:pt x="0" y="0"/>
                </a:moveTo>
                <a:lnTo>
                  <a:pt x="3659336" y="0"/>
                </a:lnTo>
                <a:lnTo>
                  <a:pt x="3659336" y="2454997"/>
                </a:lnTo>
                <a:lnTo>
                  <a:pt x="0" y="245499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86982" y="773842"/>
            <a:ext cx="14614310" cy="124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b="true" sz="10816" spc="-973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DAY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68288" y="2710881"/>
            <a:ext cx="3159952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b="true" sz="2302" spc="-92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LUBLIN OLD TOWN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68288" y="2463818"/>
            <a:ext cx="2398984" cy="23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  <a:spcBef>
                <a:spcPct val="0"/>
              </a:spcBef>
            </a:pPr>
            <a:r>
              <a:rPr lang="en-US" sz="1751" spc="-70">
                <a:solidFill>
                  <a:srgbClr val="ECECE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MORNING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66390" y="2710881"/>
            <a:ext cx="3325878" cy="66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b="true" sz="2302" spc="-92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PIEROGI, </a:t>
            </a:r>
          </a:p>
          <a:p>
            <a:pPr algn="l" marL="0" indent="0" lvl="0">
              <a:lnSpc>
                <a:spcPts val="2302"/>
              </a:lnSpc>
              <a:spcBef>
                <a:spcPct val="0"/>
              </a:spcBef>
            </a:pPr>
            <a:r>
              <a:rPr lang="en-US" b="true" sz="2302" spc="-92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KOMPOT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66390" y="2463818"/>
            <a:ext cx="1608254" cy="23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  <a:spcBef>
                <a:spcPct val="0"/>
              </a:spcBef>
            </a:pPr>
            <a:r>
              <a:rPr lang="en-US" sz="1751" spc="-70">
                <a:solidFill>
                  <a:srgbClr val="ECECE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LUNCH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92268" y="2710881"/>
            <a:ext cx="3156165" cy="1272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b="true" sz="2302" spc="-92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KRAKÓW GATE, LUBLIN CASTLE,</a:t>
            </a:r>
          </a:p>
          <a:p>
            <a:pPr algn="l">
              <a:lnSpc>
                <a:spcPts val="2302"/>
              </a:lnSpc>
            </a:pPr>
            <a:r>
              <a:rPr lang="en-US" sz="2302" spc="-92" b="true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holy trinity chapel</a:t>
            </a:r>
          </a:p>
          <a:p>
            <a:pPr algn="l" marL="0" indent="0" lvl="0">
              <a:lnSpc>
                <a:spcPts val="2302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799235" y="2463818"/>
            <a:ext cx="2737558" cy="23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  <a:spcBef>
                <a:spcPct val="0"/>
              </a:spcBef>
            </a:pPr>
            <a:r>
              <a:rPr lang="en-US" sz="1751" spc="-70">
                <a:solidFill>
                  <a:srgbClr val="ECECE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AFTERNOON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15207" y="2710881"/>
            <a:ext cx="3082692" cy="66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b="true" sz="2302" spc="-92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KOTLET SCHABOWY,</a:t>
            </a:r>
          </a:p>
          <a:p>
            <a:pPr algn="l" marL="0" indent="0" lvl="0">
              <a:lnSpc>
                <a:spcPts val="2302"/>
              </a:lnSpc>
              <a:spcBef>
                <a:spcPct val="0"/>
              </a:spcBef>
            </a:pPr>
            <a:r>
              <a:rPr lang="en-US" b="true" sz="2302" spc="-92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ŹUREK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15207" y="2463818"/>
            <a:ext cx="1608254" cy="23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  <a:spcBef>
                <a:spcPct val="0"/>
              </a:spcBef>
            </a:pPr>
            <a:r>
              <a:rPr lang="en-US" sz="1751" spc="-70">
                <a:solidFill>
                  <a:srgbClr val="ECECE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DINNER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216642" y="2028466"/>
            <a:ext cx="0" cy="3206096"/>
          </a:xfrm>
          <a:prstGeom prst="line">
            <a:avLst/>
          </a:prstGeom>
          <a:ln cap="flat" w="9525">
            <a:solidFill>
              <a:srgbClr val="FF6F7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550598" y="2028466"/>
            <a:ext cx="0" cy="3206096"/>
          </a:xfrm>
          <a:prstGeom prst="line">
            <a:avLst/>
          </a:prstGeom>
          <a:ln cap="flat" w="9525">
            <a:solidFill>
              <a:srgbClr val="FF6F7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3880506" y="2015175"/>
            <a:ext cx="0" cy="3206096"/>
          </a:xfrm>
          <a:prstGeom prst="line">
            <a:avLst/>
          </a:prstGeom>
          <a:ln cap="flat" w="9525">
            <a:solidFill>
              <a:srgbClr val="FF6F7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14730" y="9453744"/>
            <a:ext cx="211861" cy="164481"/>
          </a:xfrm>
          <a:custGeom>
            <a:avLst/>
            <a:gdLst/>
            <a:ahLst/>
            <a:cxnLst/>
            <a:rect r="r" b="b" t="t" l="l"/>
            <a:pathLst>
              <a:path h="164481" w="211861">
                <a:moveTo>
                  <a:pt x="0" y="0"/>
                </a:moveTo>
                <a:lnTo>
                  <a:pt x="211861" y="0"/>
                </a:lnTo>
                <a:lnTo>
                  <a:pt x="211861" y="164482"/>
                </a:lnTo>
                <a:lnTo>
                  <a:pt x="0" y="164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7028523" y="1028700"/>
            <a:ext cx="230777" cy="179167"/>
          </a:xfrm>
          <a:custGeom>
            <a:avLst/>
            <a:gdLst/>
            <a:ahLst/>
            <a:cxnLst/>
            <a:rect r="r" b="b" t="t" l="l"/>
            <a:pathLst>
              <a:path h="179167" w="230777">
                <a:moveTo>
                  <a:pt x="230777" y="179167"/>
                </a:moveTo>
                <a:lnTo>
                  <a:pt x="0" y="179167"/>
                </a:lnTo>
                <a:lnTo>
                  <a:pt x="0" y="0"/>
                </a:lnTo>
                <a:lnTo>
                  <a:pt x="230777" y="0"/>
                </a:lnTo>
                <a:lnTo>
                  <a:pt x="230777" y="1791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3756190" y="2147342"/>
            <a:ext cx="0" cy="3206096"/>
          </a:xfrm>
          <a:prstGeom prst="line">
            <a:avLst/>
          </a:prstGeom>
          <a:ln cap="flat" w="9525">
            <a:solidFill>
              <a:srgbClr val="FF6F7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26591" y="3237788"/>
            <a:ext cx="2308281" cy="3462422"/>
          </a:xfrm>
          <a:custGeom>
            <a:avLst/>
            <a:gdLst/>
            <a:ahLst/>
            <a:cxnLst/>
            <a:rect r="r" b="b" t="t" l="l"/>
            <a:pathLst>
              <a:path h="3462422" w="2308281">
                <a:moveTo>
                  <a:pt x="0" y="0"/>
                </a:moveTo>
                <a:lnTo>
                  <a:pt x="2308281" y="0"/>
                </a:lnTo>
                <a:lnTo>
                  <a:pt x="2308281" y="3462422"/>
                </a:lnTo>
                <a:lnTo>
                  <a:pt x="0" y="3462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66002" y="5588087"/>
            <a:ext cx="3671649" cy="2067661"/>
          </a:xfrm>
          <a:custGeom>
            <a:avLst/>
            <a:gdLst/>
            <a:ahLst/>
            <a:cxnLst/>
            <a:rect r="r" b="b" t="t" l="l"/>
            <a:pathLst>
              <a:path h="2067661" w="3671649">
                <a:moveTo>
                  <a:pt x="0" y="0"/>
                </a:moveTo>
                <a:lnTo>
                  <a:pt x="3671649" y="0"/>
                </a:lnTo>
                <a:lnTo>
                  <a:pt x="3671649" y="2067660"/>
                </a:lnTo>
                <a:lnTo>
                  <a:pt x="0" y="20676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959" t="-39964" r="0" b="-1558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96468" y="7922822"/>
            <a:ext cx="4043962" cy="2127328"/>
          </a:xfrm>
          <a:custGeom>
            <a:avLst/>
            <a:gdLst/>
            <a:ahLst/>
            <a:cxnLst/>
            <a:rect r="r" b="b" t="t" l="l"/>
            <a:pathLst>
              <a:path h="2127328" w="4043962">
                <a:moveTo>
                  <a:pt x="0" y="0"/>
                </a:moveTo>
                <a:lnTo>
                  <a:pt x="4043962" y="0"/>
                </a:lnTo>
                <a:lnTo>
                  <a:pt x="4043962" y="2127328"/>
                </a:lnTo>
                <a:lnTo>
                  <a:pt x="0" y="2127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744" t="-21035" r="-8721" b="-665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71815" y="2973319"/>
            <a:ext cx="2797342" cy="2423504"/>
          </a:xfrm>
          <a:custGeom>
            <a:avLst/>
            <a:gdLst/>
            <a:ahLst/>
            <a:cxnLst/>
            <a:rect r="r" b="b" t="t" l="l"/>
            <a:pathLst>
              <a:path h="2423504" w="2797342">
                <a:moveTo>
                  <a:pt x="0" y="0"/>
                </a:moveTo>
                <a:lnTo>
                  <a:pt x="2797342" y="0"/>
                </a:lnTo>
                <a:lnTo>
                  <a:pt x="2797342" y="2423504"/>
                </a:lnTo>
                <a:lnTo>
                  <a:pt x="0" y="24235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4117" t="-9486" r="-72240" b="-4161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447126" y="2990506"/>
            <a:ext cx="2953408" cy="2230765"/>
          </a:xfrm>
          <a:custGeom>
            <a:avLst/>
            <a:gdLst/>
            <a:ahLst/>
            <a:cxnLst/>
            <a:rect r="r" b="b" t="t" l="l"/>
            <a:pathLst>
              <a:path h="2230765" w="2953408">
                <a:moveTo>
                  <a:pt x="0" y="0"/>
                </a:moveTo>
                <a:lnTo>
                  <a:pt x="2953407" y="0"/>
                </a:lnTo>
                <a:lnTo>
                  <a:pt x="2953407" y="2230765"/>
                </a:lnTo>
                <a:lnTo>
                  <a:pt x="0" y="22307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310" t="-6336" r="-4383" b="-144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50198">
            <a:off x="7118896" y="7431311"/>
            <a:ext cx="3623303" cy="2526574"/>
          </a:xfrm>
          <a:custGeom>
            <a:avLst/>
            <a:gdLst/>
            <a:ahLst/>
            <a:cxnLst/>
            <a:rect r="r" b="b" t="t" l="l"/>
            <a:pathLst>
              <a:path h="2526574" w="3623303">
                <a:moveTo>
                  <a:pt x="0" y="347614"/>
                </a:moveTo>
                <a:lnTo>
                  <a:pt x="3400564" y="0"/>
                </a:lnTo>
                <a:lnTo>
                  <a:pt x="3623303" y="2178960"/>
                </a:lnTo>
                <a:lnTo>
                  <a:pt x="222739" y="2526574"/>
                </a:lnTo>
                <a:lnTo>
                  <a:pt x="0" y="347614"/>
                </a:lnTo>
                <a:close/>
              </a:path>
            </a:pathLst>
          </a:custGeom>
          <a:blipFill>
            <a:blip r:embed="rId9"/>
            <a:stretch>
              <a:fillRect l="-4024" t="-94" r="-4961" b="-410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115234" y="5396823"/>
            <a:ext cx="3617299" cy="2040693"/>
          </a:xfrm>
          <a:custGeom>
            <a:avLst/>
            <a:gdLst/>
            <a:ahLst/>
            <a:cxnLst/>
            <a:rect r="r" b="b" t="t" l="l"/>
            <a:pathLst>
              <a:path h="2040693" w="3617299">
                <a:moveTo>
                  <a:pt x="0" y="0"/>
                </a:moveTo>
                <a:lnTo>
                  <a:pt x="3617299" y="0"/>
                </a:lnTo>
                <a:lnTo>
                  <a:pt x="3617299" y="2040692"/>
                </a:lnTo>
                <a:lnTo>
                  <a:pt x="0" y="20406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725" t="-3811" r="-7860" b="-11166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732533" y="8094272"/>
            <a:ext cx="3985294" cy="2054498"/>
          </a:xfrm>
          <a:custGeom>
            <a:avLst/>
            <a:gdLst/>
            <a:ahLst/>
            <a:cxnLst/>
            <a:rect r="r" b="b" t="t" l="l"/>
            <a:pathLst>
              <a:path h="2054498" w="3985294">
                <a:moveTo>
                  <a:pt x="0" y="0"/>
                </a:moveTo>
                <a:lnTo>
                  <a:pt x="3985294" y="0"/>
                </a:lnTo>
                <a:lnTo>
                  <a:pt x="3985294" y="2054498"/>
                </a:lnTo>
                <a:lnTo>
                  <a:pt x="0" y="205449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963" t="-23915" r="-7869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066144" y="5557370"/>
            <a:ext cx="3548179" cy="2365453"/>
          </a:xfrm>
          <a:custGeom>
            <a:avLst/>
            <a:gdLst/>
            <a:ahLst/>
            <a:cxnLst/>
            <a:rect r="r" b="b" t="t" l="l"/>
            <a:pathLst>
              <a:path h="2365453" w="3548179">
                <a:moveTo>
                  <a:pt x="0" y="0"/>
                </a:moveTo>
                <a:lnTo>
                  <a:pt x="3548179" y="0"/>
                </a:lnTo>
                <a:lnTo>
                  <a:pt x="3548179" y="2365452"/>
                </a:lnTo>
                <a:lnTo>
                  <a:pt x="0" y="23654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91553">
            <a:off x="10788216" y="2582076"/>
            <a:ext cx="2791782" cy="2995119"/>
          </a:xfrm>
          <a:custGeom>
            <a:avLst/>
            <a:gdLst/>
            <a:ahLst/>
            <a:cxnLst/>
            <a:rect r="r" b="b" t="t" l="l"/>
            <a:pathLst>
              <a:path h="2995119" w="2791782">
                <a:moveTo>
                  <a:pt x="0" y="217263"/>
                </a:moveTo>
                <a:lnTo>
                  <a:pt x="2555628" y="0"/>
                </a:lnTo>
                <a:lnTo>
                  <a:pt x="2791782" y="2777857"/>
                </a:lnTo>
                <a:lnTo>
                  <a:pt x="236155" y="2995119"/>
                </a:lnTo>
                <a:lnTo>
                  <a:pt x="0" y="217263"/>
                </a:lnTo>
                <a:close/>
              </a:path>
            </a:pathLst>
          </a:custGeom>
          <a:blipFill>
            <a:blip r:embed="rId13"/>
            <a:stretch>
              <a:fillRect l="-46585" t="-297" r="-12816" b="-1098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144218" y="2924187"/>
            <a:ext cx="3292217" cy="2472635"/>
          </a:xfrm>
          <a:custGeom>
            <a:avLst/>
            <a:gdLst/>
            <a:ahLst/>
            <a:cxnLst/>
            <a:rect r="r" b="b" t="t" l="l"/>
            <a:pathLst>
              <a:path h="2472635" w="3292217">
                <a:moveTo>
                  <a:pt x="0" y="0"/>
                </a:moveTo>
                <a:lnTo>
                  <a:pt x="3292216" y="0"/>
                </a:lnTo>
                <a:lnTo>
                  <a:pt x="3292216" y="2472636"/>
                </a:lnTo>
                <a:lnTo>
                  <a:pt x="0" y="24726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900073" y="5905558"/>
            <a:ext cx="2771346" cy="3712668"/>
          </a:xfrm>
          <a:custGeom>
            <a:avLst/>
            <a:gdLst/>
            <a:ahLst/>
            <a:cxnLst/>
            <a:rect r="r" b="b" t="t" l="l"/>
            <a:pathLst>
              <a:path h="3712668" w="2771346">
                <a:moveTo>
                  <a:pt x="0" y="0"/>
                </a:moveTo>
                <a:lnTo>
                  <a:pt x="2771346" y="0"/>
                </a:lnTo>
                <a:lnTo>
                  <a:pt x="2771346" y="3712668"/>
                </a:lnTo>
                <a:lnTo>
                  <a:pt x="0" y="371266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81800" y="6984563"/>
            <a:ext cx="2219418" cy="2219418"/>
          </a:xfrm>
          <a:custGeom>
            <a:avLst/>
            <a:gdLst/>
            <a:ahLst/>
            <a:cxnLst/>
            <a:rect r="r" b="b" t="t" l="l"/>
            <a:pathLst>
              <a:path h="2219418" w="2219418">
                <a:moveTo>
                  <a:pt x="0" y="0"/>
                </a:moveTo>
                <a:lnTo>
                  <a:pt x="2219418" y="0"/>
                </a:lnTo>
                <a:lnTo>
                  <a:pt x="2219418" y="2219418"/>
                </a:lnTo>
                <a:lnTo>
                  <a:pt x="0" y="221941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86982" y="773842"/>
            <a:ext cx="14614310" cy="124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b="true" sz="10816" spc="-973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DAY 2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71674" y="2283853"/>
            <a:ext cx="3110496" cy="61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3"/>
              </a:lnSpc>
            </a:pPr>
            <a:r>
              <a:rPr lang="en-US" b="true" sz="2113" spc="-84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MAJDANEK CONCENTRATION CAMP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71674" y="2057041"/>
            <a:ext cx="2202351" cy="20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7"/>
              </a:lnSpc>
              <a:spcBef>
                <a:spcPct val="0"/>
              </a:spcBef>
            </a:pPr>
            <a:r>
              <a:rPr lang="en-US" sz="1607" spc="-64">
                <a:solidFill>
                  <a:srgbClr val="ECECE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MORNING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47397" y="2283853"/>
            <a:ext cx="3053271" cy="58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3"/>
              </a:lnSpc>
            </a:pPr>
            <a:r>
              <a:rPr lang="en-US" b="true" sz="2113" spc="-84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BIGOS,</a:t>
            </a:r>
          </a:p>
          <a:p>
            <a:pPr algn="l" marL="0" indent="0" lvl="0">
              <a:lnSpc>
                <a:spcPts val="2113"/>
              </a:lnSpc>
              <a:spcBef>
                <a:spcPct val="0"/>
              </a:spcBef>
            </a:pPr>
            <a:r>
              <a:rPr lang="en-US" b="true" sz="2113" spc="-84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ZAPIEKANKA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47397" y="2057041"/>
            <a:ext cx="1476433" cy="20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7"/>
              </a:lnSpc>
              <a:spcBef>
                <a:spcPct val="0"/>
              </a:spcBef>
            </a:pPr>
            <a:r>
              <a:rPr lang="en-US" sz="1607" spc="-64">
                <a:solidFill>
                  <a:srgbClr val="ECECE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LUNCH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21125" y="2283853"/>
            <a:ext cx="2897468" cy="318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13"/>
              </a:lnSpc>
              <a:spcBef>
                <a:spcPct val="0"/>
              </a:spcBef>
            </a:pPr>
            <a:r>
              <a:rPr lang="en-US" b="true" sz="2113" spc="-84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SASKI GARDEN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27521" y="2057041"/>
            <a:ext cx="2513173" cy="20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7"/>
              </a:lnSpc>
              <a:spcBef>
                <a:spcPct val="0"/>
              </a:spcBef>
            </a:pPr>
            <a:r>
              <a:rPr lang="en-US" sz="1607" spc="-64">
                <a:solidFill>
                  <a:srgbClr val="ECECE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AFTERNOON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13893" y="2283853"/>
            <a:ext cx="2830018" cy="61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3"/>
              </a:lnSpc>
            </a:pPr>
            <a:r>
              <a:rPr lang="en-US" b="true" sz="2113" spc="-84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KOTLET SCHABOWY,</a:t>
            </a:r>
          </a:p>
          <a:p>
            <a:pPr algn="l" marL="0" indent="0" lvl="0">
              <a:lnSpc>
                <a:spcPts val="2113"/>
              </a:lnSpc>
              <a:spcBef>
                <a:spcPct val="0"/>
              </a:spcBef>
            </a:pPr>
            <a:r>
              <a:rPr lang="en-US" b="true" sz="2113" spc="-84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ŹUREK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13893" y="2057041"/>
            <a:ext cx="1476433" cy="20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7"/>
              </a:lnSpc>
              <a:spcBef>
                <a:spcPct val="0"/>
              </a:spcBef>
            </a:pPr>
            <a:r>
              <a:rPr lang="en-US" sz="1607" spc="-64">
                <a:solidFill>
                  <a:srgbClr val="ECECE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DINNER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3651" y="2354465"/>
            <a:ext cx="2900946" cy="61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3"/>
              </a:lnSpc>
            </a:pPr>
            <a:r>
              <a:rPr lang="en-US" b="true" sz="2113" spc="-84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OBWARZANEK (BREAD)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3651" y="2127652"/>
            <a:ext cx="2202351" cy="20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7"/>
              </a:lnSpc>
              <a:spcBef>
                <a:spcPct val="0"/>
              </a:spcBef>
            </a:pPr>
            <a:r>
              <a:rPr lang="en-US" sz="1607" spc="-64">
                <a:solidFill>
                  <a:srgbClr val="ECECE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BREAKFAST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977142" y="1849832"/>
            <a:ext cx="0" cy="3492347"/>
          </a:xfrm>
          <a:prstGeom prst="line">
            <a:avLst/>
          </a:prstGeom>
          <a:ln cap="flat" w="9525">
            <a:solidFill>
              <a:srgbClr val="FF6F7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904299" y="1849832"/>
            <a:ext cx="0" cy="3492347"/>
          </a:xfrm>
          <a:prstGeom prst="line">
            <a:avLst/>
          </a:prstGeom>
          <a:ln cap="flat" w="9525">
            <a:solidFill>
              <a:srgbClr val="FF6F7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2878409" y="1835355"/>
            <a:ext cx="0" cy="3492347"/>
          </a:xfrm>
          <a:prstGeom prst="line">
            <a:avLst/>
          </a:prstGeom>
          <a:ln cap="flat" w="9525">
            <a:solidFill>
              <a:srgbClr val="FF6F7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93700" y="9258300"/>
            <a:ext cx="230777" cy="179167"/>
          </a:xfrm>
          <a:custGeom>
            <a:avLst/>
            <a:gdLst/>
            <a:ahLst/>
            <a:cxnLst/>
            <a:rect r="r" b="b" t="t" l="l"/>
            <a:pathLst>
              <a:path h="179167" w="230777">
                <a:moveTo>
                  <a:pt x="0" y="0"/>
                </a:moveTo>
                <a:lnTo>
                  <a:pt x="230777" y="0"/>
                </a:lnTo>
                <a:lnTo>
                  <a:pt x="230777" y="179167"/>
                </a:lnTo>
                <a:lnTo>
                  <a:pt x="0" y="179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7028523" y="1028700"/>
            <a:ext cx="230777" cy="179167"/>
          </a:xfrm>
          <a:custGeom>
            <a:avLst/>
            <a:gdLst/>
            <a:ahLst/>
            <a:cxnLst/>
            <a:rect r="r" b="b" t="t" l="l"/>
            <a:pathLst>
              <a:path h="179167" w="230777">
                <a:moveTo>
                  <a:pt x="230777" y="179167"/>
                </a:moveTo>
                <a:lnTo>
                  <a:pt x="0" y="179167"/>
                </a:lnTo>
                <a:lnTo>
                  <a:pt x="0" y="0"/>
                </a:lnTo>
                <a:lnTo>
                  <a:pt x="230777" y="0"/>
                </a:lnTo>
                <a:lnTo>
                  <a:pt x="230777" y="1791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57808" y="2888371"/>
            <a:ext cx="2576421" cy="2576421"/>
          </a:xfrm>
          <a:custGeom>
            <a:avLst/>
            <a:gdLst/>
            <a:ahLst/>
            <a:cxnLst/>
            <a:rect r="r" b="b" t="t" l="l"/>
            <a:pathLst>
              <a:path h="2576421" w="2576421">
                <a:moveTo>
                  <a:pt x="0" y="0"/>
                </a:moveTo>
                <a:lnTo>
                  <a:pt x="2576421" y="0"/>
                </a:lnTo>
                <a:lnTo>
                  <a:pt x="2576421" y="2576421"/>
                </a:lnTo>
                <a:lnTo>
                  <a:pt x="0" y="25764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5697" y="5612429"/>
            <a:ext cx="3501322" cy="1964877"/>
          </a:xfrm>
          <a:custGeom>
            <a:avLst/>
            <a:gdLst/>
            <a:ahLst/>
            <a:cxnLst/>
            <a:rect r="r" b="b" t="t" l="l"/>
            <a:pathLst>
              <a:path h="1964877" w="3501322">
                <a:moveTo>
                  <a:pt x="0" y="0"/>
                </a:moveTo>
                <a:lnTo>
                  <a:pt x="3501322" y="0"/>
                </a:lnTo>
                <a:lnTo>
                  <a:pt x="3501322" y="1964877"/>
                </a:lnTo>
                <a:lnTo>
                  <a:pt x="0" y="19648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06958" y="2888371"/>
            <a:ext cx="3010721" cy="2628809"/>
          </a:xfrm>
          <a:custGeom>
            <a:avLst/>
            <a:gdLst/>
            <a:ahLst/>
            <a:cxnLst/>
            <a:rect r="r" b="b" t="t" l="l"/>
            <a:pathLst>
              <a:path h="2628809" w="3010721">
                <a:moveTo>
                  <a:pt x="0" y="0"/>
                </a:moveTo>
                <a:lnTo>
                  <a:pt x="3010721" y="0"/>
                </a:lnTo>
                <a:lnTo>
                  <a:pt x="3010721" y="2628808"/>
                </a:lnTo>
                <a:lnTo>
                  <a:pt x="0" y="26288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575" t="-12354" r="-5577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09394" y="7898028"/>
            <a:ext cx="3428383" cy="2061025"/>
          </a:xfrm>
          <a:custGeom>
            <a:avLst/>
            <a:gdLst/>
            <a:ahLst/>
            <a:cxnLst/>
            <a:rect r="r" b="b" t="t" l="l"/>
            <a:pathLst>
              <a:path h="2061025" w="3428383">
                <a:moveTo>
                  <a:pt x="0" y="0"/>
                </a:moveTo>
                <a:lnTo>
                  <a:pt x="3428382" y="0"/>
                </a:lnTo>
                <a:lnTo>
                  <a:pt x="3428382" y="2061025"/>
                </a:lnTo>
                <a:lnTo>
                  <a:pt x="0" y="2061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8018" r="-19100" b="-1035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384998" y="5650529"/>
            <a:ext cx="3106311" cy="2166122"/>
          </a:xfrm>
          <a:custGeom>
            <a:avLst/>
            <a:gdLst/>
            <a:ahLst/>
            <a:cxnLst/>
            <a:rect r="r" b="b" t="t" l="l"/>
            <a:pathLst>
              <a:path h="2166122" w="3106311">
                <a:moveTo>
                  <a:pt x="0" y="0"/>
                </a:moveTo>
                <a:lnTo>
                  <a:pt x="3106311" y="0"/>
                </a:lnTo>
                <a:lnTo>
                  <a:pt x="3106311" y="2166123"/>
                </a:lnTo>
                <a:lnTo>
                  <a:pt x="0" y="21661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1529" t="-75538" r="-24916" b="-2064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55829" y="7544636"/>
            <a:ext cx="2405963" cy="2414417"/>
          </a:xfrm>
          <a:custGeom>
            <a:avLst/>
            <a:gdLst/>
            <a:ahLst/>
            <a:cxnLst/>
            <a:rect r="r" b="b" t="t" l="l"/>
            <a:pathLst>
              <a:path h="2414417" w="2405963">
                <a:moveTo>
                  <a:pt x="0" y="0"/>
                </a:moveTo>
                <a:lnTo>
                  <a:pt x="2405963" y="0"/>
                </a:lnTo>
                <a:lnTo>
                  <a:pt x="2405963" y="2414417"/>
                </a:lnTo>
                <a:lnTo>
                  <a:pt x="0" y="24144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568" t="0" r="-5191" b="-92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352378">
            <a:off x="11032126" y="7796639"/>
            <a:ext cx="3231007" cy="2288687"/>
          </a:xfrm>
          <a:custGeom>
            <a:avLst/>
            <a:gdLst/>
            <a:ahLst/>
            <a:cxnLst/>
            <a:rect r="r" b="b" t="t" l="l"/>
            <a:pathLst>
              <a:path h="2288687" w="3231007">
                <a:moveTo>
                  <a:pt x="203386" y="0"/>
                </a:moveTo>
                <a:lnTo>
                  <a:pt x="3231006" y="311430"/>
                </a:lnTo>
                <a:lnTo>
                  <a:pt x="3027619" y="2288687"/>
                </a:lnTo>
                <a:lnTo>
                  <a:pt x="0" y="1977256"/>
                </a:lnTo>
                <a:lnTo>
                  <a:pt x="203386" y="0"/>
                </a:lnTo>
                <a:close/>
              </a:path>
            </a:pathLst>
          </a:custGeom>
          <a:blipFill>
            <a:blip r:embed="rId10"/>
            <a:stretch>
              <a:fillRect l="-9527" t="0" r="-3389" b="-627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37806" y="5612429"/>
            <a:ext cx="3609823" cy="1779806"/>
          </a:xfrm>
          <a:custGeom>
            <a:avLst/>
            <a:gdLst/>
            <a:ahLst/>
            <a:cxnLst/>
            <a:rect r="r" b="b" t="t" l="l"/>
            <a:pathLst>
              <a:path h="1779806" w="3609823">
                <a:moveTo>
                  <a:pt x="0" y="0"/>
                </a:moveTo>
                <a:lnTo>
                  <a:pt x="3609823" y="0"/>
                </a:lnTo>
                <a:lnTo>
                  <a:pt x="3609823" y="1779807"/>
                </a:lnTo>
                <a:lnTo>
                  <a:pt x="0" y="17798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542" t="-22532" r="-692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9740461" y="2864148"/>
            <a:ext cx="2204513" cy="2996774"/>
          </a:xfrm>
          <a:custGeom>
            <a:avLst/>
            <a:gdLst/>
            <a:ahLst/>
            <a:cxnLst/>
            <a:rect r="r" b="b" t="t" l="l"/>
            <a:pathLst>
              <a:path h="2996774" w="2204513">
                <a:moveTo>
                  <a:pt x="0" y="0"/>
                </a:moveTo>
                <a:lnTo>
                  <a:pt x="2204513" y="0"/>
                </a:lnTo>
                <a:lnTo>
                  <a:pt x="2204513" y="2996774"/>
                </a:lnTo>
                <a:lnTo>
                  <a:pt x="0" y="29967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10206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98150" y="7672556"/>
            <a:ext cx="3558843" cy="2144839"/>
          </a:xfrm>
          <a:custGeom>
            <a:avLst/>
            <a:gdLst/>
            <a:ahLst/>
            <a:cxnLst/>
            <a:rect r="r" b="b" t="t" l="l"/>
            <a:pathLst>
              <a:path h="2144839" w="3558843">
                <a:moveTo>
                  <a:pt x="0" y="0"/>
                </a:moveTo>
                <a:lnTo>
                  <a:pt x="3558844" y="0"/>
                </a:lnTo>
                <a:lnTo>
                  <a:pt x="3558844" y="2144839"/>
                </a:lnTo>
                <a:lnTo>
                  <a:pt x="0" y="21448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5651" t="-30820" r="-17441" b="-1686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11772" y="2793554"/>
            <a:ext cx="4231594" cy="2380272"/>
          </a:xfrm>
          <a:custGeom>
            <a:avLst/>
            <a:gdLst/>
            <a:ahLst/>
            <a:cxnLst/>
            <a:rect r="r" b="b" t="t" l="l"/>
            <a:pathLst>
              <a:path h="2380272" w="4231594">
                <a:moveTo>
                  <a:pt x="0" y="0"/>
                </a:moveTo>
                <a:lnTo>
                  <a:pt x="4231593" y="0"/>
                </a:lnTo>
                <a:lnTo>
                  <a:pt x="4231593" y="2380271"/>
                </a:lnTo>
                <a:lnTo>
                  <a:pt x="0" y="23802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388501" y="7639240"/>
            <a:ext cx="3493693" cy="2319812"/>
          </a:xfrm>
          <a:custGeom>
            <a:avLst/>
            <a:gdLst/>
            <a:ahLst/>
            <a:cxnLst/>
            <a:rect r="r" b="b" t="t" l="l"/>
            <a:pathLst>
              <a:path h="2319812" w="3493693">
                <a:moveTo>
                  <a:pt x="0" y="0"/>
                </a:moveTo>
                <a:lnTo>
                  <a:pt x="3493694" y="0"/>
                </a:lnTo>
                <a:lnTo>
                  <a:pt x="3493694" y="2319813"/>
                </a:lnTo>
                <a:lnTo>
                  <a:pt x="0" y="231981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429834">
            <a:off x="12998741" y="5094304"/>
            <a:ext cx="4765452" cy="2646612"/>
          </a:xfrm>
          <a:custGeom>
            <a:avLst/>
            <a:gdLst/>
            <a:ahLst/>
            <a:cxnLst/>
            <a:rect r="r" b="b" t="t" l="l"/>
            <a:pathLst>
              <a:path h="2646612" w="4765452">
                <a:moveTo>
                  <a:pt x="0" y="566099"/>
                </a:moveTo>
                <a:lnTo>
                  <a:pt x="4503954" y="0"/>
                </a:lnTo>
                <a:lnTo>
                  <a:pt x="4765452" y="2080514"/>
                </a:lnTo>
                <a:lnTo>
                  <a:pt x="261498" y="2646612"/>
                </a:lnTo>
                <a:lnTo>
                  <a:pt x="0" y="566099"/>
                </a:lnTo>
                <a:close/>
              </a:path>
            </a:pathLst>
          </a:custGeom>
          <a:blipFill>
            <a:blip r:embed="rId16"/>
            <a:stretch>
              <a:fillRect l="-1549" t="-4129" r="-1261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94885" y="684258"/>
            <a:ext cx="14614310" cy="124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b="true" sz="10816" spc="-973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DAY 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12427" y="2125470"/>
            <a:ext cx="3159952" cy="634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b="true" sz="2302" spc="-92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PACZKI,</a:t>
            </a:r>
          </a:p>
          <a:p>
            <a:pPr algn="l">
              <a:lnSpc>
                <a:spcPts val="2302"/>
              </a:lnSpc>
            </a:pPr>
            <a:r>
              <a:rPr lang="en-US" b="true" sz="2302" spc="-92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SERNIK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12427" y="1878407"/>
            <a:ext cx="2398984" cy="23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  <a:spcBef>
                <a:spcPct val="0"/>
              </a:spcBef>
            </a:pPr>
            <a:r>
              <a:rPr lang="en-US" sz="1751" spc="-70">
                <a:solidFill>
                  <a:srgbClr val="ECECE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BREAKFAST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65948" y="2125470"/>
            <a:ext cx="3325878" cy="66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2"/>
              </a:lnSpc>
              <a:spcBef>
                <a:spcPct val="0"/>
              </a:spcBef>
            </a:pPr>
            <a:r>
              <a:rPr lang="en-US" b="true" sz="2302" spc="-92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OPEN AIR VILLAGE MUSEUM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65948" y="1878407"/>
            <a:ext cx="1608254" cy="23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  <a:spcBef>
                <a:spcPct val="0"/>
              </a:spcBef>
            </a:pPr>
            <a:r>
              <a:rPr lang="en-US" sz="1751" spc="-70">
                <a:solidFill>
                  <a:srgbClr val="ECECE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MORNING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07907" y="2125470"/>
            <a:ext cx="3156165" cy="98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b="true" sz="2302" spc="-92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KIELBASA,</a:t>
            </a:r>
          </a:p>
          <a:p>
            <a:pPr algn="l">
              <a:lnSpc>
                <a:spcPts val="2302"/>
              </a:lnSpc>
            </a:pPr>
            <a:r>
              <a:rPr lang="en-US" b="true" sz="2302" spc="-92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PLACKI ZIEMNIACZANE</a:t>
            </a:r>
          </a:p>
          <a:p>
            <a:pPr algn="l" marL="0" indent="0" lvl="0">
              <a:lnSpc>
                <a:spcPts val="2302"/>
              </a:lnSpc>
              <a:spcBef>
                <a:spcPct val="0"/>
              </a:spcBef>
            </a:pPr>
            <a:r>
              <a:rPr lang="en-US" b="true" sz="2302" spc="-92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(POTATO PANCAKES)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14874" y="1878407"/>
            <a:ext cx="2737558" cy="23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  <a:spcBef>
                <a:spcPct val="0"/>
              </a:spcBef>
            </a:pPr>
            <a:r>
              <a:rPr lang="en-US" sz="1751" spc="-70">
                <a:solidFill>
                  <a:srgbClr val="ECECE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LUNCH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30847" y="2125470"/>
            <a:ext cx="3082692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2"/>
              </a:lnSpc>
              <a:spcBef>
                <a:spcPct val="0"/>
              </a:spcBef>
            </a:pPr>
            <a:r>
              <a:rPr lang="en-US" b="true" sz="2302" spc="-92">
                <a:solidFill>
                  <a:srgbClr val="ECECE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BYSTRZYCA RIVER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30847" y="1878407"/>
            <a:ext cx="1608254" cy="23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  <a:spcBef>
                <a:spcPct val="0"/>
              </a:spcBef>
            </a:pPr>
            <a:r>
              <a:rPr lang="en-US" sz="1751" spc="-70">
                <a:solidFill>
                  <a:srgbClr val="ECECE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AFTERNOON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DAHICLRcOTU</dc:identifier>
  <dcterms:modified xsi:type="dcterms:W3CDTF">2011-08-01T06:04:30Z</dcterms:modified>
  <cp:revision>1</cp:revision>
  <dc:title>Red and White Modern Poland Presentation</dc:title>
</cp:coreProperties>
</file>